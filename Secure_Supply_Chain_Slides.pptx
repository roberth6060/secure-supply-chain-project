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Secure Software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BC9C"/>
                </a:solidFill>
              </a:rPr>
              <a:t>Self-Guided Study  ·  ISTE.442.800 – Secure Web Application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00400"/>
            <a:ext cx="502920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CF0F1"/>
                </a:solidFill>
              </a:rPr>
              <a:t>Student: Robert Haye
Instructor: Belma Jakupovic, M.S.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51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CF0F1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1.  What is Software Supply Chain Security?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2.  Evolution &amp; Modern Controls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3.  Why It Matters: Supporting Data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4.  Technologies Used &amp; Rationale  (see LIBRARIES.md)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5.  Working Example — CI/CD Security Gate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6.  Advantages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7.  Disadvantages &amp; Limitations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8.  Real-World Applicability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9.  Key Takeaways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10.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Software Supply Chain Security?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Scope extends beyond application code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Includes packages, maintainers, build tools, CI/CD infrastructure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JavaScript / Node.js context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 small app may directly import 2 packages yet consume 100+ transitively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Each transitive dependency is a potential attack vector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Threat landscape has shifted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SolarWinds – build pipeline compromised at the source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event-stream npm attack – malicious code in an indirect package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Core objective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Secure the path by which code is built, tested, and shipped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Evolution &amp; Modern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Early web apps: small deps, runtime-only defenses (WAF, IDS)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DevOps + open-source growth → expanded dependency ecosystems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Attackers now target upstream components for downstream scale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Controls that emerged in response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Automated dependency scanning in CI pipelines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Software Bill of Materials (SBOM) generation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Signed artifacts and build provenance verification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Least-privilege CI runners and repository permissions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Policy gates that block merges on high-risk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It Matters: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Scale of the npm ecosystem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2.1 million+ packages in the npm registry (2024)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 single direct dependency can pull in 60–80 transitive packages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Malicious package growth (Sonatype, 2023)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245,000+ malicious packages detected across open-source ecosystems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2× increase year-over-year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Gartner prediction (2021)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45% of organisations worldwide expected to face supply chain attacks by 2025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Real incidents at scale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SolarWinds (2020): ~18,000 organisations received backdoored builds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event-stream (2018): malicious version downloaded ~8 million times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Implication for this project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These figures are the direct motivation for the CI/CD security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Technologies Used &amp; Rationale  (see LIBRARIES.md)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Node.js + Express  (index.js)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Industry-realistic minimal service; subject of the audit gate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Hardening middleware sets nosniff, DENY, no-referrer headers on all responses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npm  (package.json / package-lock.json)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Default JS package manager; illustrates dependency trees and transitive risk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npm ci enforces lock-file fidelity; npm audit gates on the advisory database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node:test + node:assert/strict  –  built-in (zero extra deps)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Deliberate choice: no test-framework dependency = reduced supply chain surface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7 deterministic tests cover status codes, HTML body, and all 3 security headers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GitHub Actions  (.github/workflows/ci.yml)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Automated enforcement on every push; cannot be skipped locally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Traceable per-commit logs for governance and post-incident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Working Example – CI/CD Security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Pipeline sequence on every push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npm ci  –  deterministic install from lock file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npm audit --audit-level=high  –  fails on high-severity vulnerabilities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npm test  –  7 tests via node --test (built-in, zero extra deps)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Test coverage (index.test.js)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GET /  –  200 status, branded HTML body, all 3 hardening headers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GET /health  –  200 JSON { status: 'ok' }, all 3 hardening headers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GET /unknown  –  404 (no information disclosure on unknown paths)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Security controls demonstrated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X-Content-Type-Options: nosniff · X-Frame-Options: DENY · Referrer-Policy: no-referrer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CI/CD enforcement as an automated gate (not optional local check)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Centralized pass/fail logs tied to triggering commit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Observed benefits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Earlier issue detection · shared visibility · reduced manual review dependency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Earlier risk detection than runtime-only security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Blocks vulnerable components before deployment, not after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Automation and team consistency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Same policy runs on every push; not dependent on reviewer memory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Auditability and traceability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GitHub Actions logs create an evidence trail per commit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Behavior change through enforcement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Automation prevents high-risk findings from being silently ignored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Low barrier to adoption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npm + GitHub Actions already exist in most JS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Disadvantages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Increased configuration and maintenance overhead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Policy files, token permissions, branch protections need ongoing ownership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False positives and context gaps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Not all findings are exploitable in a specific application context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Risk of alert fatigue without strong triage process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Cannot stop trusted insider or maintainer abuse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Organizational controls (access review, code review) still required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npm audit only detects known vulnerabilities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Zero-day issues and novel attacks are not detected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Platform dependence and potential lock-in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Real-World Applicability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Industry sectors with strong adoption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Fintech / banking · SaaS platforms · Healthcare IT · Government / defense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Scaling this pattern to real teams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Add pull request triggers and branch protection rules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Replace server start command with deterministic test scripts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Add dependency update automation (Dependabot / Renovate)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Introduce environment-specific gates for staging and production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Add SBOM generation and artifact signing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Core principle scales regardless of team size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Security checks must run automatically in the same path that ships software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Supply chain security is a required capability, not an optional enhancement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Dependency and CI/CD controls are foundational – not secondary tasks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Enforcement consistency matters more than tool sophistication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Even lightweight tooling (npm + GitHub Actions) creates meaningful protection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Secure pipelines are not set-and-forget – governance is continuous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Layered strategy required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ECF0F1"/>
                </a:solidFill>
              </a:rPr>
              <a:t>  ◦ Secure coding  +  secure dependencies  +  secure CI/CD  +  secure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F0F1"/>
                </a:solidFill>
              </a:rPr>
              <a:t>ISTE.442.800 – Secure Web Application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CISA, FBI, ODNI (2021) – Defending Against Software Supply Chain Attacks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Sonatype (2023) – 9th Annual State of the Software Supply Chain Report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Gartner (2021) – Supply chain attack prediction: 45% of orgs by 2025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NIST SP 800-218 (2022) – Secure Software Development Framework (SSDF)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OpenSSF – Scorecards for Open Source Projects (securityscorecards.dev)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npm Docs (2024) – npm audit CLI documentation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GitHub Docs (2024) – Security hardening for GitHub Actions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Snyk Security (2018) – Post-mortem of the event-stream backdoor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</a:rPr>
              <a:t>• Microsoft MSRC (2021) – Internal Solorigate Investigation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